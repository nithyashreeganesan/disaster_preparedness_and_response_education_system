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48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74320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743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STACK WEB APPLICATION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Preparedness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Response Education System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5943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web platform for learning disaster safety,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quizzes and tracking preparedness knowledge.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306324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 Flask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306324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SQLite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306324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Netlify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83464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52B47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292608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Submitted by
</a:t>
            </a:r>
            <a:r>
              <a:rPr lang="en-US" sz="1300" b="1" dirty="0">
                <a:solidFill>
                  <a:srgbClr val="FFFFFF"/>
                </a:solidFill>
              </a:rPr>
              <a:t>Nithya Shree Ganesan
</a:t>
            </a:r>
            <a:r>
              <a:rPr lang="en-US" sz="900" dirty="0">
                <a:solidFill>
                  <a:srgbClr val="94A3B8"/>
                </a:solidFill>
              </a:rPr>
              <a:t>
Department of
</a:t>
            </a:r>
            <a:r>
              <a:rPr lang="en-US" sz="1000" dirty="0">
                <a:solidFill>
                  <a:srgbClr val="DBEAFE"/>
                </a:solidFill>
              </a:rPr>
              <a:t>Artificial Intelligence and Data Science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Academic Year  2024 </a:t>
            </a:r>
            <a:r>
              <a:rPr lang="en-US" sz="900">
                <a:solidFill>
                  <a:srgbClr val="64748B"/>
                </a:solidFill>
              </a:rPr>
              <a:t>– 2028</a:t>
            </a:r>
            <a:endParaRPr lang="en-US" sz="900" dirty="0">
              <a:solidFill>
                <a:srgbClr val="64748B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4617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 https://disaster-preparedness-edu-system.netlify.app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29260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2926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29844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813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Overview of the system and its purpose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" y="2258568"/>
            <a:ext cx="402336" cy="40233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148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Goals and key learning outcomes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" y="3218688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108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System Modules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401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7 core modules of the application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7764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" y="417880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0690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Technology Stack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3616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React, Flask, SQLite and deployment tools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09728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37176" y="1298448"/>
            <a:ext cx="402336" cy="40233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837176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118872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9240" y="14813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3-tier client-server design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0574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37176" y="2258568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4837176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2148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24414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Key code snippets and API endpoints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01752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37176" y="3218688"/>
            <a:ext cx="402336" cy="402336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/>
          <p:nvPr/>
        </p:nvSpPr>
        <p:spPr>
          <a:xfrm>
            <a:off x="4837176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49240" y="31089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Output Screens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340156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Live screenshots from the application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97764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37176" y="4178808"/>
            <a:ext cx="402336" cy="402336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3" name="Text 41"/>
          <p:cNvSpPr/>
          <p:nvPr/>
        </p:nvSpPr>
        <p:spPr>
          <a:xfrm>
            <a:off x="4837176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49240" y="40690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49240" y="436168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Summary, achievements and future scope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25603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 INTRO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" y="640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01168" y="141732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52B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4630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BEAFE"/>
                </a:solidFill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Disaster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Modules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" y="260604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52B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2651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BEAFE"/>
                </a:solidFill>
              </a:rPr>
              <a:t>13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01168" y="3108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REST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Endpoints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37947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152B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BEAFE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01168" y="42976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Roles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2560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</a:rPr>
              <a:t>What is this system?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337560" y="658368"/>
            <a:ext cx="5394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77724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832104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The Disaster Preparedness and Response Education System is a full-stack web application designed to educate students about natural and man-made disasters.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173736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792224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 India, disasters like earthquakes, floods, cyclones, and fires cause widespread destruction. Yet public awareness of safety procedures remains critically low.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37560" y="2697480"/>
            <a:ext cx="5394960" cy="804672"/>
          </a:xfrm>
          <a:prstGeom prst="roundRect">
            <a:avLst>
              <a:gd name="adj" fmla="val 6818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752344"/>
            <a:ext cx="5120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This platform bridges the gap by offering structured learning modules, interactive MCQ quizzes, and real-time progress tracking — all in one place.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3840480"/>
            <a:ext cx="539496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84048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🌐  Live:  https://disaster-preparedness-edu-system.netlify.app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 GOALS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6304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78992"/>
            <a:ext cx="2743200" cy="54864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" y="1261872"/>
            <a:ext cx="502920" cy="502920"/>
          </a:xfrm>
          <a:prstGeom prst="ellipse">
            <a:avLst/>
          </a:prstGeom>
          <a:solidFill>
            <a:srgbClr val="DCF5E7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33272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Educate 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755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Teach students about 5 disaster types: Earthquake, Flood, Fire, Cyclone and Landslide with clear descriptions.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63824" y="107899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1078992"/>
            <a:ext cx="2743200" cy="54864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8416" y="1261872"/>
            <a:ext cx="502920" cy="50292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3328416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41064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Safety Guidelines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755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Provide structured Do's and Don'ts for every disaster in an easy-to-read side-by-side layout.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07899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078992"/>
            <a:ext cx="2743200" cy="54864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6208" y="1261872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sp>
        <p:nvSpPr>
          <p:cNvPr id="21" name="Text 19"/>
          <p:cNvSpPr/>
          <p:nvPr/>
        </p:nvSpPr>
        <p:spPr>
          <a:xfrm>
            <a:off x="6236208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48856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Interactive Quizzes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99632" y="1755648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Conduct MCQ-based quizzes per disaster module with a live progress tracker and question navigation.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80944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980944"/>
            <a:ext cx="2743200" cy="54864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" y="3163824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33272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Score &amp; Progress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657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Calculate scores, show percentage grades and save results so students can track their improvement.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63824" y="2980944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63824" y="2980944"/>
            <a:ext cx="2743200" cy="54864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3328416" y="3163824"/>
            <a:ext cx="502920" cy="50292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33" name="Text 31"/>
          <p:cNvSpPr/>
          <p:nvPr/>
        </p:nvSpPr>
        <p:spPr>
          <a:xfrm>
            <a:off x="3328416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41064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Role-Based Access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657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Separate Student and Admin roles with protected routes and different dashboards for each role.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71616" y="2980944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71616" y="2980944"/>
            <a:ext cx="2743200" cy="54864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38" name="Shape 36"/>
          <p:cNvSpPr/>
          <p:nvPr/>
        </p:nvSpPr>
        <p:spPr>
          <a:xfrm>
            <a:off x="6236208" y="3163824"/>
            <a:ext cx="502920" cy="50292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48856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Admin Management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9632" y="36576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Allow admins to add/delete disaster modules and quiz questions without touching the database directly.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 MODULES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60704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024128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02336" y="110642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1872" y="1097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61872" y="131673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Register, login with SHA-256 hashed passwords. Role detection (Student / Admin) on login.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641348"/>
            <a:ext cx="54864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" y="1604772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" y="168706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16596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1872" y="16779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Disaster Education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61872" y="189738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 disaster modules with full descriptions, categories and safety guidelines.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221992"/>
            <a:ext cx="54864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347472" y="2185416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02336" y="22677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2240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61872" y="22585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MCQ Quiz 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61872" y="247802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Interactive question-by-question quiz with progress bar and answer navigation dots.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" y="2802636"/>
            <a:ext cx="54864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" y="276606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2336" y="28483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28209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61872" y="28392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Score &amp; Results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61872" y="305866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Real-time score calculation, percentage grade and answer-by-answer breakdown.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347472" y="3346704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02336" y="342900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34015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🏠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61872" y="34198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Student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61872" y="363931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Stats cards: modules, quizzes taken, average score, best score and result history.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6032" y="3963924"/>
            <a:ext cx="54864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Shape 35"/>
          <p:cNvSpPr/>
          <p:nvPr/>
        </p:nvSpPr>
        <p:spPr>
          <a:xfrm>
            <a:off x="347472" y="3927348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02336" y="400964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" y="398221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61872" y="40005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Admin Panel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261872" y="421995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Add/delete disasters and quiz questions. View all users. Monitor system stats.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4544568"/>
            <a:ext cx="54864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3" name="Shape 41"/>
          <p:cNvSpPr/>
          <p:nvPr/>
        </p:nvSpPr>
        <p:spPr>
          <a:xfrm>
            <a:off x="347472" y="4507992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02336" y="459028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" y="456285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61872" y="45811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Role-Based Routes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261872" y="480060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React Router protected routes ensure students and admins see the correct pages.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5603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 TECH STACK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84124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2B47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463040"/>
            <a:ext cx="2743200" cy="73152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1645920"/>
            <a:ext cx="502920" cy="502920"/>
          </a:xfrm>
          <a:prstGeom prst="ellipse">
            <a:avLst/>
          </a:prstGeom>
          <a:solidFill>
            <a:srgbClr val="BFDBFE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React.js 18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193852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 UI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230428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Component-based SPA with React Router v6 and Context API for state management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54680" y="14630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2B4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463040"/>
            <a:ext cx="2743200" cy="73152"/>
          </a:xfrm>
          <a:prstGeom prst="roundRect">
            <a:avLst/>
          </a:prstGeom>
          <a:solidFill>
            <a:srgbClr val="16A3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319272" y="1645920"/>
            <a:ext cx="502920" cy="502920"/>
          </a:xfrm>
          <a:prstGeom prst="ellipse">
            <a:avLst/>
          </a:prstGeom>
          <a:solidFill>
            <a:srgbClr val="BBF7D0"/>
          </a:solidFill>
          <a:ln/>
        </p:spPr>
      </p:sp>
      <p:sp>
        <p:nvSpPr>
          <p:cNvPr id="18" name="Text 16"/>
          <p:cNvSpPr/>
          <p:nvPr/>
        </p:nvSpPr>
        <p:spPr>
          <a:xfrm>
            <a:off x="331927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93192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Flask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193852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 API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82696" y="230428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13 REST endpoints handling auth, disasters and quiz operations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5040" y="14630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2B47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463040"/>
            <a:ext cx="2743200" cy="73152"/>
          </a:xfrm>
          <a:prstGeom prst="round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6199632" y="1645920"/>
            <a:ext cx="502920" cy="50292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12280" y="1645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SQLite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193852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19385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63056" y="230428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File-based relational DB with 4 tables: users, disasters, quiz_questions, quiz_results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2B47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200400"/>
            <a:ext cx="2743200" cy="73152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3" name="Shape 31"/>
          <p:cNvSpPr/>
          <p:nvPr/>
        </p:nvSpPr>
        <p:spPr>
          <a:xfrm>
            <a:off x="438912" y="3383280"/>
            <a:ext cx="502920" cy="502920"/>
          </a:xfrm>
          <a:prstGeom prst="ellipse">
            <a:avLst/>
          </a:prstGeom>
          <a:solidFill>
            <a:srgbClr val="DDD6FE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5156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 CSS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51560" y="367588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1051560" y="3675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Styling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2336" y="404164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Responsive mobile-first layout with no external UI library needed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54680" y="3200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2B47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54680" y="3200400"/>
            <a:ext cx="2743200" cy="73152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41" name="Shape 39"/>
          <p:cNvSpPr/>
          <p:nvPr/>
        </p:nvSpPr>
        <p:spPr>
          <a:xfrm>
            <a:off x="3319272" y="3383280"/>
            <a:ext cx="502920" cy="502920"/>
          </a:xfrm>
          <a:prstGeom prst="ellipse">
            <a:avLst/>
          </a:prstGeom>
          <a:solidFill>
            <a:srgbClr val="FECACA"/>
          </a:solidFill>
          <a:ln/>
        </p:spPr>
      </p:sp>
      <p:sp>
        <p:nvSpPr>
          <p:cNvPr id="42" name="Text 40"/>
          <p:cNvSpPr/>
          <p:nvPr/>
        </p:nvSpPr>
        <p:spPr>
          <a:xfrm>
            <a:off x="331927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93192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SHA-256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31920" y="367588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3931920" y="3675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82696" y="404164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Password hashing via Python hashlib; session persisted in sessionStorage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32004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152B47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35040" y="3200400"/>
            <a:ext cx="2743200" cy="73152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49" name="Shape 47"/>
          <p:cNvSpPr/>
          <p:nvPr/>
        </p:nvSpPr>
        <p:spPr>
          <a:xfrm>
            <a:off x="6199632" y="3383280"/>
            <a:ext cx="502920" cy="502920"/>
          </a:xfrm>
          <a:prstGeom prst="ellipse">
            <a:avLst/>
          </a:prstGeom>
          <a:solidFill>
            <a:srgbClr val="99F6E4"/>
          </a:solidFill>
          <a:ln/>
        </p:spPr>
      </p:sp>
      <p:sp>
        <p:nvSpPr>
          <p:cNvPr id="50" name="Text 48"/>
          <p:cNvSpPr/>
          <p:nvPr/>
        </p:nvSpPr>
        <p:spPr>
          <a:xfrm>
            <a:off x="6199632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681228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Netlify + Render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12280" y="367588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6812280" y="36758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163056" y="4041648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Frontend on Netlify CDN; backend on Render free tier with auto-wake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880360" cy="3840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0584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57276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React.js Frontend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920240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3852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2450592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4688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980944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9923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Modules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3511296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95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Page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" y="4041648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5993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9272" y="1005840"/>
            <a:ext cx="2880360" cy="3840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9272" y="100584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05072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47288" y="157276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</a:rPr>
              <a:t>Python Flask Backend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47288" y="1920240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193852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/api/login  /api/register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47288" y="2450592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3520440" y="24688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/api/disasters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47288" y="2980944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99923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  /api/quiz/submit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47288" y="3511296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5295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/api/admin/users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47288" y="4041648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405993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/api/admin/stats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382512" y="1005840"/>
            <a:ext cx="2880360" cy="384048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82512" y="100584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068312" y="10515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0528" y="1572768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</a:rPr>
              <a:t>SQLite Database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10528" y="1920240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1938528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2450592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4" name="Text 42"/>
          <p:cNvSpPr/>
          <p:nvPr/>
        </p:nvSpPr>
        <p:spPr>
          <a:xfrm>
            <a:off x="6583680" y="24688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10528" y="2980944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0" y="299923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quiz_questions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10528" y="3511296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3529584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quiz_results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041648"/>
            <a:ext cx="2633472" cy="420624"/>
          </a:xfrm>
          <a:prstGeom prst="roundRect">
            <a:avLst>
              <a:gd name="adj" fmla="val 10870"/>
            </a:avLst>
          </a:prstGeom>
          <a:solidFill>
            <a:srgbClr val="F1F5F9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4059936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relations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136392" y="246888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2971800" y="2176272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JSON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99632" y="2468880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6035040" y="2176272"/>
            <a:ext cx="51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HTTP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</a:rPr>
              <a:t>JSON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05.1  DATABASE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37360" y="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4 Tables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" y="1426464"/>
            <a:ext cx="2048256" cy="493776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5361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PK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6032" y="1938528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93392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username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212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 UNIQUE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2450592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05456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password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7249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 (SHA-256)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56032" y="2962656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17520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role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2369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6032" y="3474720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29584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email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32304" y="1024128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2523744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disasters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32304" y="1426464"/>
            <a:ext cx="2048256" cy="493776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96312" y="15361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A8A04"/>
          </a:solidFill>
          <a:ln/>
        </p:spPr>
      </p:sp>
      <p:sp>
        <p:nvSpPr>
          <p:cNvPr id="29" name="Text 27"/>
          <p:cNvSpPr/>
          <p:nvPr/>
        </p:nvSpPr>
        <p:spPr>
          <a:xfrm>
            <a:off x="2496312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PK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816352" y="1481328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16352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432304" y="1938528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1993392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title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16352" y="2212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432304" y="2450592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16352" y="2505456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category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816352" y="27249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432304" y="2962656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16352" y="3017520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16352" y="32369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432304" y="3474720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16352" y="3529584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dos / donts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816352" y="3749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432304" y="3986784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16352" y="4041648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image_icon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16352" y="426110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608576" y="1024128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700016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quiz_questions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08576" y="1426464"/>
            <a:ext cx="2048256" cy="493776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72584" y="15361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A8A04"/>
          </a:solidFill>
          <a:ln/>
        </p:spPr>
      </p:sp>
      <p:sp>
        <p:nvSpPr>
          <p:cNvPr id="51" name="Text 49"/>
          <p:cNvSpPr/>
          <p:nvPr/>
        </p:nvSpPr>
        <p:spPr>
          <a:xfrm>
            <a:off x="4672584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PK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992624" y="1481328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id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92624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4608576" y="1938528"/>
            <a:ext cx="2048256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72584" y="2048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56" name="Text 54"/>
          <p:cNvSpPr/>
          <p:nvPr/>
        </p:nvSpPr>
        <p:spPr>
          <a:xfrm>
            <a:off x="4672584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FK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992624" y="1993392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disaster_id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92624" y="2212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608576" y="2450592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92624" y="2505456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question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92624" y="27249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608576" y="2962656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92624" y="3017520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option_a/b/c/d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992624" y="32369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608576" y="3474720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2624" y="3529584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correct_option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992624" y="3749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TEXT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784848" y="1024128"/>
            <a:ext cx="2048256" cy="402336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69" name="Text 67"/>
          <p:cNvSpPr/>
          <p:nvPr/>
        </p:nvSpPr>
        <p:spPr>
          <a:xfrm>
            <a:off x="6876288" y="1024128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quiz_results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784848" y="1426464"/>
            <a:ext cx="2048256" cy="493776"/>
          </a:xfrm>
          <a:prstGeom prst="rect">
            <a:avLst/>
          </a:prstGeom>
          <a:solidFill>
            <a:srgbClr val="FEF9C3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848856" y="153619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CA8A04"/>
          </a:solidFill>
          <a:ln/>
        </p:spPr>
      </p:sp>
      <p:sp>
        <p:nvSpPr>
          <p:cNvPr id="72" name="Text 70"/>
          <p:cNvSpPr/>
          <p:nvPr/>
        </p:nvSpPr>
        <p:spPr>
          <a:xfrm>
            <a:off x="6848856" y="1536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PK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168896" y="1481328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id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168896" y="1700784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784848" y="1938528"/>
            <a:ext cx="2048256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48856" y="204825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77" name="Text 75"/>
          <p:cNvSpPr/>
          <p:nvPr/>
        </p:nvSpPr>
        <p:spPr>
          <a:xfrm>
            <a:off x="6848856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FK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7168896" y="1993392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user_id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168896" y="22128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6784848" y="2450592"/>
            <a:ext cx="2048256" cy="493776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848856" y="256032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82" name="Text 80"/>
          <p:cNvSpPr/>
          <p:nvPr/>
        </p:nvSpPr>
        <p:spPr>
          <a:xfrm>
            <a:off x="6848856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FK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7168896" y="2505456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disaster_id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168896" y="2724912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6784848" y="2962656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68896" y="3017520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score / total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168896" y="3236976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INTEGER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6784848" y="3474720"/>
            <a:ext cx="2048256" cy="49377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68896" y="3529584"/>
            <a:ext cx="1042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</a:rPr>
              <a:t>taken_at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168896" y="37490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TIMESTAMP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256032" y="47091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CA8A04"/>
          </a:solidFill>
          <a:ln/>
        </p:spPr>
      </p:sp>
      <p:sp>
        <p:nvSpPr>
          <p:cNvPr id="92" name="Text 90"/>
          <p:cNvSpPr/>
          <p:nvPr/>
        </p:nvSpPr>
        <p:spPr>
          <a:xfrm>
            <a:off x="256032" y="47091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PK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566928" y="4709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Primary Key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1627632" y="47091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/>
        </p:spPr>
      </p:sp>
      <p:sp>
        <p:nvSpPr>
          <p:cNvPr id="95" name="Text 93"/>
          <p:cNvSpPr/>
          <p:nvPr/>
        </p:nvSpPr>
        <p:spPr>
          <a:xfrm>
            <a:off x="1627632" y="4709160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FK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1938528" y="47091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Foreign Key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 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Snippets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84124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61872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61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🐍  Backend — Python Flask (Login API)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609344"/>
            <a:ext cx="4114800" cy="3200400"/>
          </a:xfrm>
          <a:prstGeom prst="roundRect">
            <a:avLst>
              <a:gd name="adj" fmla="val 1714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682496"/>
            <a:ext cx="385876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@app.route('/api/login', methods=['POST'])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login():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request.get_json()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= data.get('username')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 = data.get('password')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 = get_db()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cursor = conn.cursor()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cursor.execute(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'SELECT * FROM users WHERE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username=? AND password=?',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(username, hash_password(password))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cursor.fetchone()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user: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jsonify({'success': True,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'user': dict(user)})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jsonify({'success': False}), 401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773168" y="1261872"/>
            <a:ext cx="411480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2618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⚛️  Frontend — React Auth Context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1609344"/>
            <a:ext cx="4114800" cy="3200400"/>
          </a:xfrm>
          <a:prstGeom prst="roundRect">
            <a:avLst>
              <a:gd name="adj" fmla="val 1714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682496"/>
            <a:ext cx="385876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AuthContext = createContext(null);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AuthProvider({ children })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[user, setUser] = useState(null);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login = (userData) =&gt;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setUser(userData);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sessionStorage.setItem(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'user',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JSON.stringify(userData)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780" dirty="0"/>
          </a:p>
          <a:p>
            <a:pPr marL="0" indent="0">
              <a:buNone/>
            </a:pP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logout = () =&gt; {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setUser(null);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sessionStorage.removeItem('user');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&lt;AuthContext.Provider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value={{ user, login, logout }}&gt;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{children}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&lt;/AuthContext.Provider&gt;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06.1  APIs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5448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— 13 Routes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124712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24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POST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87552" y="1097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/api/register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87552" y="12984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Register new user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032" y="1581912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82496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6824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POST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16550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/api/login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87552" y="18562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Authenticate and return user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2139696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240280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2402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GET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87552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/api/disasters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7552" y="241401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Fetch all disaster modules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56032" y="2697480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798064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27980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GET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87552" y="2770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/api/disasters/:id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87552" y="29718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Get full disaster details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3255264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355848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355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POST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87552" y="33284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/api/disasters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87552" y="352958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Admin: add disaster module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6032" y="3813048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3913632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3913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DEL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7552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/api/disasters/:id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87552" y="40873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Admin: delete disaster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56032" y="4370832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4471416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447141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GET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87552" y="44439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/api/quiz/:id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87552" y="464515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Get quiz questions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0016" y="1024128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91456" y="1124712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11247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POST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31536" y="10972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/api/quiz/add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31536" y="12984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Admin: add quiz question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0016" y="1581912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91456" y="1682496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/>
        </p:spPr>
      </p:sp>
      <p:sp>
        <p:nvSpPr>
          <p:cNvPr id="48" name="Text 46"/>
          <p:cNvSpPr/>
          <p:nvPr/>
        </p:nvSpPr>
        <p:spPr>
          <a:xfrm>
            <a:off x="4791456" y="16824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</a:rPr>
              <a:t>POST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31536" y="16550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/api/quiz/submit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31536" y="18562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Submit answers, get score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0016" y="2139696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91456" y="2240280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/>
        </p:spPr>
      </p:sp>
      <p:sp>
        <p:nvSpPr>
          <p:cNvPr id="53" name="Text 51"/>
          <p:cNvSpPr/>
          <p:nvPr/>
        </p:nvSpPr>
        <p:spPr>
          <a:xfrm>
            <a:off x="4791456" y="22402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GET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431536" y="22128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/api/quiz/results/:uid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31536" y="241401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Student's quiz results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00016" y="2697480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91456" y="2798064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/>
        </p:spPr>
      </p:sp>
      <p:sp>
        <p:nvSpPr>
          <p:cNvPr id="58" name="Text 56"/>
          <p:cNvSpPr/>
          <p:nvPr/>
        </p:nvSpPr>
        <p:spPr>
          <a:xfrm>
            <a:off x="4791456" y="279806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91B1B"/>
                </a:solidFill>
              </a:rPr>
              <a:t>DEL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31536" y="2770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/api/quiz/questions/:id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31536" y="29718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Admin: delete question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00016" y="3255264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91456" y="3355848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/>
        </p:spPr>
      </p:sp>
      <p:sp>
        <p:nvSpPr>
          <p:cNvPr id="63" name="Text 61"/>
          <p:cNvSpPr/>
          <p:nvPr/>
        </p:nvSpPr>
        <p:spPr>
          <a:xfrm>
            <a:off x="4791456" y="3355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GET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31536" y="332841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/api/admin/users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431536" y="352958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List all registered users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00016" y="3813048"/>
            <a:ext cx="43159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791456" y="3913632"/>
            <a:ext cx="566928" cy="27432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/>
        </p:spPr>
      </p:sp>
      <p:sp>
        <p:nvSpPr>
          <p:cNvPr id="68" name="Text 66"/>
          <p:cNvSpPr/>
          <p:nvPr/>
        </p:nvSpPr>
        <p:spPr>
          <a:xfrm>
            <a:off x="4791456" y="3913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GET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31536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/api/admin/stats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31536" y="408736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System dashboard statistics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  OUTPUT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645920" y="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Output Screens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7" name="Image 0" descr="/home/claude/ppt/sc1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87552"/>
            <a:ext cx="2148840" cy="1353312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" y="235915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1. Login Page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340864" y="93268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0" name="Image 1" descr="/home/claude/ppt/sc2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987552"/>
            <a:ext cx="2148840" cy="1353312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40864" y="235915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2. Dashboard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0" y="93268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/home/claude/ppt/sc3_disast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987552"/>
            <a:ext cx="2148840" cy="1353312"/>
          </a:xfrm>
          <a:prstGeom prst="ellipse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35915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3. Disaster List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6803136" y="93268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3" descr="/home/claude/ppt/sc4_det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987552"/>
            <a:ext cx="2148840" cy="1353312"/>
          </a:xfrm>
          <a:prstGeom prst="ellipse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03136" y="235915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4. Disaster Detail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109728" y="257860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9" name="Image 4" descr="/home/claude/ppt/sc5_quiz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" y="2633472"/>
            <a:ext cx="2148840" cy="1353312"/>
          </a:xfrm>
          <a:prstGeom prst="ellipse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" y="400507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5. Quiz Page</a:t>
            </a:r>
            <a:endParaRPr lang="en-US" sz="800" dirty="0"/>
          </a:p>
        </p:txBody>
      </p:sp>
      <p:sp>
        <p:nvSpPr>
          <p:cNvPr id="21" name="Shape 14"/>
          <p:cNvSpPr/>
          <p:nvPr/>
        </p:nvSpPr>
        <p:spPr>
          <a:xfrm>
            <a:off x="2340864" y="257860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2" name="Image 5" descr="/home/claude/ppt/sc6_res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5728" y="2633472"/>
            <a:ext cx="2148840" cy="1353312"/>
          </a:xfrm>
          <a:prstGeom prst="ellipse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340864" y="400507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6. Quiz Result</a:t>
            </a:r>
            <a:endParaRPr lang="en-US" sz="800" dirty="0"/>
          </a:p>
        </p:txBody>
      </p:sp>
      <p:sp>
        <p:nvSpPr>
          <p:cNvPr id="24" name="Shape 16"/>
          <p:cNvSpPr/>
          <p:nvPr/>
        </p:nvSpPr>
        <p:spPr>
          <a:xfrm>
            <a:off x="4572000" y="257860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6" descr="/home/claude/ppt/sc7_adm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6864" y="2633472"/>
            <a:ext cx="2148840" cy="1353312"/>
          </a:xfrm>
          <a:prstGeom prst="ellipse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572000" y="400507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7. Admin Overview</a:t>
            </a:r>
            <a:endParaRPr lang="en-US" sz="800" dirty="0"/>
          </a:p>
        </p:txBody>
      </p:sp>
      <p:sp>
        <p:nvSpPr>
          <p:cNvPr id="27" name="Shape 18"/>
          <p:cNvSpPr/>
          <p:nvPr/>
        </p:nvSpPr>
        <p:spPr>
          <a:xfrm>
            <a:off x="6803136" y="2578608"/>
            <a:ext cx="2258568" cy="1682496"/>
          </a:xfrm>
          <a:prstGeom prst="roundRect">
            <a:avLst>
              <a:gd name="adj" fmla="val 3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7" descr="/home/claude/ppt/sc8_admindisas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633472"/>
            <a:ext cx="2148840" cy="1353312"/>
          </a:xfrm>
          <a:prstGeom prst="ellipse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03136" y="4005072"/>
            <a:ext cx="2258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3A5F"/>
                </a:solidFill>
              </a:rPr>
              <a:t>8. Admin Disasters</a:t>
            </a:r>
            <a:endParaRPr lang="en-US" sz="800" dirty="0"/>
          </a:p>
        </p:txBody>
      </p:sp>
      <p:sp>
        <p:nvSpPr>
          <p:cNvPr id="30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28600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ROLES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Features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8412480" cy="0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52B47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🎓  STUDENT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✅  Register and login with credentials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95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✅  Browse all 5 disaster modules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95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✅  Read Do's and Don'ts guidelines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✅  Take MCQ quizzes per disaster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77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✅  View score and answer breakdown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370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✅  Track progress on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52B4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2801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👔  ADMIN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901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⚙️  Add new disaster modules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3957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⚙️  Delete existing disaster modules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28895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⚙️  Add MCQ quiz questions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383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⚙️  Delete quiz questions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877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⚙️  View all registered 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43708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⚙️  Monitor system statistics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9260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926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 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37360" y="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8631936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2336" y="1078992"/>
            <a:ext cx="8321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The Disaster Preparedness and Response Education System was successfully built and deployed as a full-stack web application. The system meets all stated objectives — providing structured disaster education, interactive quizzes, and role-based management — using React.js, Python Flask, and SQLite.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286000"/>
            <a:ext cx="204825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2395728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" y="30358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Fully Deployed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3310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Live at Netlify + Render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Accessible from any device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32304" y="2286000"/>
            <a:ext cx="204825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82112" y="239572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18211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23744" y="30358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5 Disaster Modules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3310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Earthquake, Flood, Fire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Cyclone, Landslide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08576" y="2286000"/>
            <a:ext cx="204825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58384" y="239572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358384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0016" y="30358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14+ Quiz Questions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0016" y="3310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MCQ quizzes with scores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and answer breakdown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84848" y="2286000"/>
            <a:ext cx="204825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34656" y="23957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534656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303580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Secure Auth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76288" y="3310128"/>
            <a:ext cx="1883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SHA-256 hashing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Role-based access control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913632"/>
            <a:ext cx="8631936" cy="841248"/>
          </a:xfrm>
          <a:prstGeom prst="roundRect">
            <a:avLst>
              <a:gd name="adj" fmla="val 8696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02336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🔮  Future Scope: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" y="424281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More disaster types  •  Video content  •  Multilingual support  •  Mobile app  •  Real-time emergency alerts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</a:rPr>
              <a:t>Disaster Preparedness and Response Education System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52B47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457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BEAFE"/>
                </a:solidFill>
              </a:rPr>
              <a:t>Disaster Preparedness and Response Education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834640"/>
            <a:ext cx="45720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443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React.js  •  Python Flask  •  SQLite  •  Netlify  •  Render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3832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152B47"/>
          </a:solidFill>
          <a:ln w="12700">
            <a:solidFill>
              <a:srgbClr val="2563E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349300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Nithya Shree Ganesan
</a:t>
            </a:r>
            <a:r>
              <a:rPr lang="en-US" sz="1000" dirty="0">
                <a:solidFill>
                  <a:srgbClr val="94A3B8"/>
                </a:solidFill>
              </a:rPr>
              <a:t>Department of Artificial Intelligence and Data Science
2024-28
</a:t>
            </a:r>
            <a:endParaRPr lang="en-US" sz="1400" dirty="0"/>
          </a:p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https://disaster-preparedness-edu-system.netlify.app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Questions are welcome!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1524</Words>
  <Application>Microsoft Office PowerPoint</Application>
  <PresentationFormat>On-screen Show (16:9)</PresentationFormat>
  <Paragraphs>388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Nithya Shree G</cp:lastModifiedBy>
  <cp:revision>4</cp:revision>
  <dcterms:created xsi:type="dcterms:W3CDTF">2026-07-12T17:21:35Z</dcterms:created>
  <dcterms:modified xsi:type="dcterms:W3CDTF">2026-07-12T17:33:12Z</dcterms:modified>
</cp:coreProperties>
</file>